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3840480" cy="3840480"/>
          </a:xfrm>
          <a:prstGeom prst="ellipse">
            <a:avLst/>
          </a:prstGeom>
          <a:solidFill>
            <a:srgbClr val="20365A"/>
          </a:solidFill>
          <a:ln w="12700">
            <a:solidFill>
              <a:srgbClr val="203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20365A"/>
          </a:solidFill>
          <a:ln w="12700">
            <a:solidFill>
              <a:srgbClr val="203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TÉCNICA Y DE SEGURIDAD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Signing  vs.  Firma Embebida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formas de firmar con Docusign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20365A"/>
          </a:solidFill>
          <a:ln w="12700">
            <a:solidFill>
              <a:srgbClr val="3A5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neutral · no busca posicionar una sobre otra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Gases del Oriente S.A. E.S.P. · Demo Elastic Signing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cada uno?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BEEE3"/>
          </a:solidFill>
          <a:ln w="12700">
            <a:solidFill>
              <a:srgbClr val="FBEEE3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Signing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Aceptación de términos estandarizados con un solo clic, embebida en tu aplicación. Permite contenido dinámico y condicional, alto volumen y una experiencia sin fricción. Registra el consentimiento del usuario.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Firma Embebida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2376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7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eSignature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8803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Ceremonia de firma completa embebida en tu aplicación. Cada firmante es un destinatario que firma un sobre (envelope) con uno o varios documentos, generando una firma electrónica con valor probatorio.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 cada flujo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Signing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9397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app autentica al usuario y arma sus datos.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0266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renderiza el acuerdo con contenido dinámico ya insertado.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959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pulsa "Acepto" (un solo clic).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6904"/>
            <a:ext cx="384048" cy="384048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Docusign guarda el registro: quién, versión y fecha/hora.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Firma Embebida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63640" y="2148840"/>
            <a:ext cx="384048" cy="384048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09397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app autentica al firmante (clientUserId).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384048" cy="384048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0266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crea un sobre con el documento y los campos de firma.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4014216"/>
            <a:ext cx="384048" cy="384048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959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firmante completa la ceremonia de firma embebida.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946904"/>
            <a:ext cx="384048" cy="384048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Docusign sella el documento y emite el Certificado de Finalización.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NÚCLEO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seguridad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 Signing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 Embebida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DA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2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Autenticación del firmante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provee tu app (clientUserId); sin KBA/ID por defecto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Nativa: código, SMS, KBA, verificación de identidad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2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Garantía de identidad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— depende de tu aplicación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— auth configurable + registro en el certificado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2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/ auditoría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de consentimiento: quién, versión, fecha/hora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Finalización: IP, tiempos, auth y sello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2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repudio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Adecuado para términos estándar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Fuerte — documento sellado a prueba de manipulación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2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dinámico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seguro si se fija en el servidor (al crear) que en el cliente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3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campos se fijan en el sobre, del lado servidor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guardan una copia del documento tal como se le mostró al firmante y son válidos para su caso de uso.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 y contras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BEEE3"/>
          </a:solidFill>
          <a:ln w="12700">
            <a:solidFill>
              <a:srgbClr val="FBEEE3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Signing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FAVOR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y sin fricción (1 clic)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conversión y volumen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dinámico y condicional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 fecha y versión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6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CONSIDERAR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identidad depende de tu app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ceremonia de firma por persona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indicado para contratos negociados o de alto valor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Firma Embebida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FAVOR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5603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fuerte configurable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de Finalización y auditoría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sellado, alto no repudio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documentos legalmente sensibles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069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6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CONSIDERAR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43434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fricción (ceremonia de firma)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más pesada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rendimiento en consentimientos masivos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NEUTRAL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Cuándo conviene cada uno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BEEE3"/>
          </a:solidFill>
          <a:ln w="12700">
            <a:solidFill>
              <a:srgbClr val="FBEEE3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Signing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Términos estandarizados y no negociables: términos de servicio, autorizaciones, avisos, consentimientos y onboarding masivo.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Firma Embebida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26060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negociados o de alto valor / impacto legal, donde se requiere autenticación fuerte del firmante e identidad verificable.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se embeben en tu aplicación y usan clientUserId, por lo que tu app debe autenticar al usuario.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guardan evidencia en Docusign y son legalmente válidos para el caso de uso que les corresponde.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023360" cy="4023360"/>
          </a:xfrm>
          <a:prstGeom prst="ellipse">
            <a:avLst/>
          </a:prstGeom>
          <a:solidFill>
            <a:srgbClr val="20365A"/>
          </a:solidFill>
          <a:ln w="12700">
            <a:solidFill>
              <a:srgbClr val="203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hay una "mejor" — hay una adecuada a cada riesgo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depende del perfil de riesgo y del valor legal del documento: fricción y volumen (Elastic Signing) frente a garantía de identidad y no repudio (Firma Embebida).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developers.docusign.com — Embedded signing · Recipient authentication · Elastic signing concepts.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Gases del Oriente - Demo</dc:creator>
  <cp:lastModifiedBy>Gases del Oriente - Demo</cp:lastModifiedBy>
  <cp:revision>1</cp:revision>
  <dcterms:created xsi:type="dcterms:W3CDTF">2026-07-13T23:00:19Z</dcterms:created>
  <dcterms:modified xsi:type="dcterms:W3CDTF">2026-07-13T23:00:19Z</dcterms:modified>
</cp:coreProperties>
</file>